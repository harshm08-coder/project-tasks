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0066CC"/>
                </a:solidFill>
              </a:rPr>
              <a:t>AI Resume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dirty="0">
                <a:solidFill>
                  <a:schemeClr val="tx1"/>
                </a:solidFill>
              </a:rPr>
              <a:t>Using Artificial Intelligence to automate resume screening and help recruiters quickly identify the best candidates.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solidFill>
                  <a:srgbClr val="0066CC"/>
                </a:solidFill>
              </a:rPr>
              <a:t>Problem with Manual Resume Screening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3492" y="1600200"/>
            <a:ext cx="813816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Reviewing hundreds of resumes manually is time‑consuming</a:t>
            </a:r>
            <a:br>
              <a:rPr dirty="0"/>
            </a:br>
            <a:r>
              <a:rPr dirty="0"/>
              <a:t>• HR teams may miss good candidates</a:t>
            </a:r>
            <a:br>
              <a:rPr dirty="0"/>
            </a:br>
            <a:r>
              <a:rPr dirty="0"/>
              <a:t>• Evaluation may be inconsistent</a:t>
            </a:r>
            <a:br>
              <a:rPr dirty="0"/>
            </a:br>
            <a:r>
              <a:rPr dirty="0"/>
              <a:t>• Hiring process becomes slower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6CC"/>
                </a:solidFill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013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Automate resume analysis</a:t>
            </a:r>
            <a:br>
              <a:rPr dirty="0"/>
            </a:br>
            <a:r>
              <a:rPr dirty="0"/>
              <a:t>• Extract key information from resumes</a:t>
            </a:r>
            <a:br>
              <a:rPr dirty="0"/>
            </a:br>
            <a:r>
              <a:rPr dirty="0"/>
              <a:t>• Compare skills with job requirements</a:t>
            </a:r>
            <a:br>
              <a:rPr dirty="0"/>
            </a:br>
            <a:r>
              <a:rPr dirty="0"/>
              <a:t>• Provide insights for recruiters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6CC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984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Upload resume (PDF / DOCX)</a:t>
            </a:r>
            <a:br>
              <a:rPr dirty="0"/>
            </a:br>
            <a:r>
              <a:rPr dirty="0"/>
              <a:t>• AI extracts skills, education and experience</a:t>
            </a:r>
            <a:br>
              <a:rPr dirty="0"/>
            </a:br>
            <a:r>
              <a:rPr dirty="0"/>
              <a:t>• Resume analysis and scoring</a:t>
            </a:r>
            <a:br>
              <a:rPr dirty="0"/>
            </a:br>
            <a:r>
              <a:rPr dirty="0"/>
              <a:t>• Identify missing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6CC"/>
                </a:solidFill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915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Frontend: </a:t>
            </a:r>
            <a:r>
              <a:rPr lang="en-US" dirty="0"/>
              <a:t>JS</a:t>
            </a:r>
            <a:r>
              <a:rPr dirty="0"/>
              <a:t> / HTML / CSS</a:t>
            </a:r>
            <a:br>
              <a:rPr dirty="0"/>
            </a:br>
            <a:r>
              <a:rPr dirty="0"/>
              <a:t>Backend: Python </a:t>
            </a:r>
            <a:r>
              <a:rPr dirty="0" err="1"/>
              <a:t>FastAPI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AI Processing : </a:t>
            </a:r>
            <a:r>
              <a:rPr lang="en-US" dirty="0" err="1"/>
              <a:t>Groq</a:t>
            </a:r>
            <a:r>
              <a:rPr lang="en-US" dirty="0"/>
              <a:t> API for fast LLM inference</a:t>
            </a:r>
            <a:br>
              <a:rPr dirty="0"/>
            </a:br>
            <a:r>
              <a:rPr dirty="0"/>
              <a:t>File Parsing: </a:t>
            </a:r>
            <a:r>
              <a:rPr dirty="0" err="1"/>
              <a:t>PDFMiner</a:t>
            </a:r>
            <a:r>
              <a:rPr dirty="0"/>
              <a:t>, python-docx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6CC"/>
                </a:solidFill>
              </a:rP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925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1. User uploads resume</a:t>
            </a:r>
            <a:br>
              <a:rPr dirty="0"/>
            </a:br>
            <a:r>
              <a:rPr dirty="0"/>
              <a:t>2. Text is extracted from the file</a:t>
            </a:r>
            <a:br>
              <a:rPr dirty="0"/>
            </a:br>
            <a:r>
              <a:rPr dirty="0"/>
              <a:t>3. AI analyzes the content</a:t>
            </a:r>
            <a:br>
              <a:rPr dirty="0"/>
            </a:br>
            <a:r>
              <a:rPr dirty="0"/>
              <a:t>4. Insights and results are generated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6CC"/>
                </a:solidFill>
              </a:rPr>
              <a:t>Example Analysis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003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Candidate: Jane Doe</a:t>
            </a:r>
            <a:br>
              <a:rPr dirty="0"/>
            </a:br>
            <a:r>
              <a:rPr dirty="0"/>
              <a:t>Experience: 5 Years</a:t>
            </a:r>
            <a:br>
              <a:rPr dirty="0"/>
            </a:br>
            <a:r>
              <a:rPr dirty="0"/>
              <a:t>Skills: Python, SQL, AWS, Machine Learning</a:t>
            </a:r>
            <a:br>
              <a:rPr dirty="0"/>
            </a:br>
            <a:r>
              <a:rPr dirty="0"/>
              <a:t>Missing Skills: Docker, Kubernetes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6CC"/>
                </a:solidFill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Faster recruitment process</a:t>
            </a:r>
            <a:br>
              <a:rPr dirty="0"/>
            </a:br>
            <a:r>
              <a:rPr dirty="0"/>
              <a:t>• Reduces manual work</a:t>
            </a:r>
            <a:br>
              <a:rPr dirty="0"/>
            </a:br>
            <a:r>
              <a:rPr dirty="0"/>
              <a:t>• Better candidate comparison</a:t>
            </a:r>
            <a:br>
              <a:rPr dirty="0"/>
            </a:br>
            <a:r>
              <a:rPr dirty="0"/>
              <a:t>• Improves hiring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66CC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993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AI Resume Analyzer automates resume screening and helps organizations make faster and smarter hiring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238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AI Resume Analyzer</vt:lpstr>
      <vt:lpstr>Problem with Manual Resume Screening</vt:lpstr>
      <vt:lpstr>Project Objective</vt:lpstr>
      <vt:lpstr>Key Features</vt:lpstr>
      <vt:lpstr>Technology Stack</vt:lpstr>
      <vt:lpstr>System Workflow</vt:lpstr>
      <vt:lpstr>Example Analysis Output</vt:lpstr>
      <vt:lpstr>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Mistry</cp:lastModifiedBy>
  <cp:revision>5</cp:revision>
  <dcterms:created xsi:type="dcterms:W3CDTF">2013-01-27T09:14:16Z</dcterms:created>
  <dcterms:modified xsi:type="dcterms:W3CDTF">2026-03-07T05:25:51Z</dcterms:modified>
  <cp:category/>
</cp:coreProperties>
</file>